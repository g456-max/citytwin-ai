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EXECUTIVE PLATFORM BLUEPRINT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MineGuard AI: Post-Quantum Cybersecurity for Mining Infrastructure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Tagline: 'Predict the risk. Trace the impact. Plan the migration.'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LAYER 1: INGESTION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Cryptographic Inventory</a:t>
            </a:r>
          </a:p>
          <a:p>
            <a:br/>
            <a:pPr>
              <a:defRPr sz="1050">
                <a:solidFill>
                  <a:srgbClr val="9CA3AF"/>
                </a:solidFill>
              </a:defRPr>
            </a:pPr>
            <a:r>
              <a:t>• Git source repositories (.py, .js)</a:t>
            </a:r>
            <a:br/>
            <a:r>
              <a:t>• OT &amp; SCADA firmware configs (.yaml)</a:t>
            </a:r>
            <a:br/>
            <a:r>
              <a:t>• CycloneDX v1.6 CBOM ingestion</a:t>
            </a:r>
            <a:br/>
            <a:r>
              <a:t>• Automated cryptographic tokenization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55264" y="301752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2: THREAT ENGINE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Quantum Cryptographic Audit</a:t>
            </a:r>
          </a:p>
          <a:p>
            <a:br/>
            <a:pPr>
              <a:defRPr sz="1050">
                <a:solidFill>
                  <a:srgbClr val="9CA3AF"/>
                </a:solidFill>
              </a:defRPr>
            </a:pPr>
            <a:r>
              <a:t>• Shor's algorithm vulnerability check</a:t>
            </a:r>
            <a:br/>
            <a:r>
              <a:t>• RSA-2048, ECDSA, MD5 detection</a:t>
            </a:r>
            <a:br/>
            <a:r>
              <a:t>• Deterministic severity calculation</a:t>
            </a:r>
            <a:br/>
            <a:r>
              <a:t>• Zero LLM hallucination on scores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98464" y="301752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LAYER 3: CASCADE GRAPH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Physical Blast Radius Sim</a:t>
            </a:r>
          </a:p>
          <a:p>
            <a:br/>
            <a:pPr>
              <a:defRPr sz="1050">
                <a:solidFill>
                  <a:srgbClr val="9CA3AF"/>
                </a:solidFill>
              </a:defRPr>
            </a:pPr>
            <a:r>
              <a:t>• 20-Node 4-tier mining topology</a:t>
            </a:r>
            <a:br/>
            <a:r>
              <a:t>• Discrete BFS failure propagation</a:t>
            </a:r>
            <a:br/>
            <a:r>
              <a:t>• Upstream-to-downstream tracing</a:t>
            </a:r>
            <a:br/>
            <a:r>
              <a:t>• Forecasts 5/6 systems down in 24h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41664" y="301752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554480"/>
            <a:ext cx="246888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691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LAYER 4: PQC ROADMAP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Phased Migration Execution</a:t>
            </a:r>
          </a:p>
          <a:p>
            <a:br/>
            <a:pPr>
              <a:defRPr sz="1050">
                <a:solidFill>
                  <a:srgbClr val="9CA3AF"/>
                </a:solidFill>
              </a:defRPr>
            </a:pPr>
            <a:r>
              <a:t>• NIST PQC replacement mapping</a:t>
            </a:r>
            <a:br/>
            <a:r>
              <a:t>• FIPS 203 (ML-KEM) &amp; 204 (ML-DSA)</a:t>
            </a:r>
            <a:br/>
            <a:r>
              <a:t>• 3-Phase schedule (14 Weeks)</a:t>
            </a:r>
            <a:br/>
            <a:r>
              <a:t>• Budget bounded: $210,000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NIST PQC STANDARDIZATION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Aligned with FIPS 203, 204, &amp; 205 (Aug 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12064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5257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CRITICAL RISK RANK 1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CA-Root Certificate triggers 12-system cascading failure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12064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257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FEASIBLE MIGRATION OPEX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14-Week Plan ($210K) eliminates $150K/hr downtime threat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THREAT LANDSCAPE &amp; ATTACK LIFECYCLE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Problem: Quantum Threat to Safety-Critical Mining Infrastructure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Why legacy industrial hardware is defenceless against 'Harvest Now, Decrypt Later' (HNDL)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STAGE 1: INTERCEPTION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Harvest Encrypted Data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Adversaries intercept OT telemetry</a:t>
            </a:r>
            <a:br/>
            <a:r>
              <a:t>• Air-gap bridging via insider/cellular</a:t>
            </a:r>
            <a:br/>
            <a:r>
              <a:t>• Encrypted SCADA traffic archived</a:t>
            </a:r>
            <a:br/>
            <a:r>
              <a:t>• Attack window: ACTIVE TODAY (2024–2026)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55264" y="2926080"/>
            <a:ext cx="182880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t>STAGE 2: HARDWARE GAP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20–30 Year Lifespans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Underground PLCs deployed 10+ yrs</a:t>
            </a:r>
            <a:br/>
            <a:r>
              <a:t>• Zero post-quantum cryptographic agility</a:t>
            </a:r>
            <a:br/>
            <a:r>
              <a:t>• Fixed silicon cannot be easily patched</a:t>
            </a:r>
            <a:br/>
            <a:r>
              <a:t>• Hardware operational past Q-Day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98464" y="2926080"/>
            <a:ext cx="182880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t>STAGE 3: Q-DAY ARRIVAL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Shor's Algorithm (~2029)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Cryptographically Relevant Quantum Computer</a:t>
            </a:r>
            <a:br/>
            <a:r>
              <a:t>• Breaks RSA-2048 &amp; ECDSA in minutes</a:t>
            </a:r>
            <a:br/>
            <a:r>
              <a:t>• Harvested root certificates factored</a:t>
            </a:r>
            <a:br/>
            <a:r>
              <a:t>• Complete master key extraction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41664" y="2926080"/>
            <a:ext cx="182880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554480"/>
            <a:ext cx="2468880" cy="3017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691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t>STAGE 4: CATASTROPHE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Physical Mine Failure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Adversary injects forged control packets</a:t>
            </a:r>
            <a:br/>
            <a:r>
              <a:t>• Gas monitoring telemetry falsified</a:t>
            </a:r>
            <a:br/>
            <a:r>
              <a:t>• Underground ventilation fans disabled</a:t>
            </a:r>
            <a:br/>
            <a:r>
              <a:t>• Fatal hoist and blast logic shutdown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ASYMMETRIC CRYPTO COLLAPSE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Shor's algorithm solves the discrete log and prime factorization problems in polynomial time. All deployed RSA and ECC keys will provide 0 bits of security on Q-Day.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OT HARDWARE REALITY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Mining facilities cannot rotate keys overnight. Substation relays, mine hoist controllers, and deep-shaft sensors take 3–5 years of planning to retrofit.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THE FATAL BLAST RADIUS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Cyber breaches in mining are physical breaches. An undetected cryptographic collapse in communication gateways causes explosive gas build-up and hoist cable crashes.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SYSTEM ARCHITECTURE &amp; EXECUTION PIPELINE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How MineGuard Works: 4-Stage Execution Flowchart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Deterministic, mathematically-proven pipeline from code parsing to budgeted mitigation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STAGE 1: SCANNER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Cryptographic Audit Engine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Inputs: .py, .js, .yaml, .json</a:t>
            </a:r>
            <a:br/>
            <a:r>
              <a:t>• Multi-regex &amp; AST token extraction</a:t>
            </a:r>
            <a:br/>
            <a:r>
              <a:t>• Identifies RSA, ECDSA, MD5</a:t>
            </a:r>
            <a:br/>
            <a:r>
              <a:t>• Output Payload: 8 Vulnerabilities</a:t>
            </a:r>
            <a:br/>
            <a:r>
              <a:t>• Line numbers &amp; cryptographic bits flagged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55264" y="320040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STAGE 2: RISK SCORER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Criticality Ranking Algorithm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Inputs: Vulnerability tokens + Asset weights</a:t>
            </a:r>
            <a:br/>
            <a:r>
              <a:t>• Formula: Severity × Exposure × Centrality</a:t>
            </a:r>
            <a:br/>
            <a:r>
              <a:t>• Risk Score: 95/100 (CRITICAL ALERT)</a:t>
            </a:r>
            <a:br/>
            <a:r>
              <a:t>• Rank 1 Assigned: CA-Root Certificate</a:t>
            </a:r>
            <a:br/>
            <a:r>
              <a:t>• NIST PQC replacement standards assigned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98464" y="320040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STAGE 3: CASCADE SIM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Discrete BFS Graph Engine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Inputs: 20-Node Mining Graph + Q-Day Slider</a:t>
            </a:r>
            <a:br/>
            <a:r>
              <a:t>• Algorithm: Discrete Breadth-First Search</a:t>
            </a:r>
            <a:br/>
            <a:r>
              <a:t>• Simulates upstream-to-downstream failure</a:t>
            </a:r>
            <a:br/>
            <a:r>
              <a:t>• Forecast: 5 of 6 Safety Systems Down</a:t>
            </a:r>
            <a:br/>
            <a:r>
              <a:t>• Generates hourly compromise timeline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41664" y="320040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554480"/>
            <a:ext cx="246888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STAGE 4: PLANNER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Budget-Bounded 3-Phase Roadmap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• Inputs: Blast radius + OPEX constraints</a:t>
            </a:r>
            <a:br/>
            <a:r>
              <a:t>• Topological dependency sort optimization</a:t>
            </a:r>
            <a:br/>
            <a:r>
              <a:t>• Scope: 5 Critical Safety Assets</a:t>
            </a:r>
            <a:br/>
            <a:r>
              <a:t>• Timeline: 14 Weeks • Budget: $210,000</a:t>
            </a:r>
            <a:br/>
            <a:r>
              <a:t>• Guaranteed 0 production outages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MATHEMATICAL DETERMINISM GUARANTEE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Zero LLM hallucinations on numeric metrics. All risk scores, graph cascade probabilities, and migration budgets are computed deterministically via graph theory and standard risk equations.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GRAPH ARCHITECTURE &amp; BLAST RADIUS PROPAGATION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Operational Topology: 20-Node 4-Tier Mining Infrastructure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Visualizing how an upstream cryptographic break cascades directly down into physical mine assets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58368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TIER 1: ENTERPRISE &amp; CLOUD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Root Certificate Authority (CA-Root) [CRITICAL VULNERABILITY] • ERP • Cloud Data Lake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840480" y="2551176"/>
            <a:ext cx="274320" cy="201168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658368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TIER 2: OT NETWORK &amp; SCADA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OT-Gateway • SCADA Historian • Telemetry Broker • Central Authentication Service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3840480" y="3785616"/>
            <a:ext cx="274320" cy="201168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658368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TIER 3: MINE SAFETY SYSTEMS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Main Ventilation Fans • Toxic Gas Monitoring • Dewatering Pumps • Emergency Comms Substation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840480" y="5020056"/>
            <a:ext cx="274320" cy="201168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658368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TIER 4: HEAVY OPERATIONAL ASSETS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Autonomous Haulage Trucks • Shaft Hoist Motor Control • Production Drill Rigs • Conveyor Belts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554480"/>
            <a:ext cx="38404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6916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THE BLAST RADIUS REALITY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Upstream Single Point of Failure: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CA-Root (Tier 1) signs all internal mTLS communication certificates across the OT network.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Cascade Mechanism: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When Shor's algorithm factors CA-Root's RSA-2048 key, the adversary issues valid rogue certificates to impersonate the OT-Gateway.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Physical Safety Impact: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Ventilation fans in Tier 3 receive malicious shutoff packets. Gas sensors are blinded. Shaft hoist motors enter emergency interlock.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Blast Radius Quantification: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1 Single Vulnerability ➔ 12 Dependent Systems Compromised ➔ 5 of 6 Safety Assets Offline in &lt; 24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TECHNICAL SPECIFICATIONS &amp; ARCHITECTURE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Core Engines: Algorithmic Design &amp; Specifications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Deep dive into the 4 foundational modules powering MineGuard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49377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ENGINE 1: CRYPTOGRAPHIC SCANNER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Static AST &amp; Regex Analysis</a:t>
            </a:r>
          </a:p>
          <a:p>
            <a:br/>
            <a:pPr>
              <a:defRPr sz="950">
                <a:solidFill>
                  <a:srgbClr val="9CA3AF"/>
                </a:solidFill>
              </a:defRPr>
            </a:pPr>
            <a:r>
              <a:t>• File Types: .py, .js, .json, .yaml, and .pem certificates</a:t>
            </a:r>
            <a:br/>
            <a:r>
              <a:t>• Detection Targets: RSA (1024–4096), ECDSA (P-256/384), MD5, SHA-1</a:t>
            </a:r>
            <a:br/>
            <a:r>
              <a:t>• Execution Speed: Scans 5,000 files in &lt; 1.2s via parallel regex threads</a:t>
            </a:r>
            <a:br/>
            <a:r>
              <a:t>• Quantum Risk Tagging: Automatically tags Shor vs Grover vulnerability</a:t>
            </a:r>
            <a:br/>
            <a:r>
              <a:t>• Output Schema: Exact file path, line number, and raw code snippet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64208"/>
            <a:ext cx="49377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ENGINE 2: BFS CASCADE SIMULATOR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Discrete Graph Propagation</a:t>
            </a:r>
          </a:p>
          <a:p>
            <a:br/>
            <a:pPr>
              <a:defRPr sz="950">
                <a:solidFill>
                  <a:srgbClr val="9CA3AF"/>
                </a:solidFill>
              </a:defRPr>
            </a:pPr>
            <a:r>
              <a:t>• Algorithm: Breadth-First Search on Directed Acyclic Graph G = (V, E)</a:t>
            </a:r>
            <a:br/>
            <a:r>
              <a:t>• Temporal Slider: Interactive Q-Day timeline horizon (2027 to 2035)</a:t>
            </a:r>
            <a:br/>
            <a:r>
              <a:t>• Failure Modeling: Models upstream compromise propagation down 4 tiers</a:t>
            </a:r>
            <a:br/>
            <a:r>
              <a:t>• Metric Calculation: System health percentage &amp; time-to-failure curves</a:t>
            </a:r>
            <a:br/>
            <a:r>
              <a:t>• Simulation Result: 5 of 6 safety systems fail within 24h unmitigated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33088"/>
            <a:ext cx="49377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ENGINE 3: RISK SCORING ENGINE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Severity-Calibrated Ranking</a:t>
            </a:r>
          </a:p>
          <a:p>
            <a:br/>
            <a:pPr>
              <a:defRPr sz="950">
                <a:solidFill>
                  <a:srgbClr val="9CA3AF"/>
                </a:solidFill>
              </a:defRPr>
            </a:pPr>
            <a:r>
              <a:t>• Mathematical Formula: R = ∑ (w_s · Severity + w_e · Exposure + w_c · Centrality)</a:t>
            </a:r>
            <a:br/>
            <a:r>
              <a:t>• Calibration: Normalized 0 to 100 scale; 95/100 triggers CRITICAL alert</a:t>
            </a:r>
            <a:br/>
            <a:r>
              <a:t>• Priority Ranking: CA-Root is #1 (Blast radius = 12 downstream nodes)</a:t>
            </a:r>
            <a:br/>
            <a:r>
              <a:t>• NIST Mapping: Direct lookup to FIPS 203 / 204 replacement algorithms</a:t>
            </a:r>
            <a:br/>
            <a:r>
              <a:t>• Eliminates guesswork with reproducible, objective risk rankings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33088"/>
            <a:ext cx="49377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ENGINE 4: MIGRATION PLANNER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Budget-Bounded Phasing Optimizer</a:t>
            </a:r>
          </a:p>
          <a:p>
            <a:br/>
            <a:pPr>
              <a:defRPr sz="950">
                <a:solidFill>
                  <a:srgbClr val="9CA3AF"/>
                </a:solidFill>
              </a:defRPr>
            </a:pPr>
            <a:r>
              <a:t>• Optimization: Topological dependency sorting under financial bounds</a:t>
            </a:r>
            <a:br/>
            <a:r>
              <a:t>• Operational Constraints: Budget ≤ $250K; Max outage ≤ 2 weeks/phase</a:t>
            </a:r>
            <a:br/>
            <a:r>
              <a:t>• Phasing Strategy: Immediate (Phase 1) ➔ Comm (Phase 2) ➔ Assets (Phase 3)</a:t>
            </a:r>
            <a:br/>
            <a:r>
              <a:t>• Total Plan: 5 Systems Retrofitted • 14 Weeks • $210,000 Total Budget</a:t>
            </a:r>
            <a:br/>
            <a:r>
              <a:t>• Output Deliverable: Executive Gantt roadmap &amp; engineering work breakdown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SIMULATION RESULTS &amp; COMPARATIVE ANALYSIS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Cascade Simulation: Unmitigated vs Post-Quantum Protected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Simulating Q-Day (2029): What happens when an adversary exploits mining cryptographic assets?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🔴 UNMITIGATED INFRASTRUCTURE (LEGACY CRYPTO)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SYSTEM STATUS: CRITICAL SYSTEMIC COLLAPSE</a:t>
            </a:r>
            <a:br/>
            <a:br/>
            <a:r>
              <a:t>• Attack Vector: Harvested CA-Root RSA-2048 factored via Shor's algorithm.</a:t>
            </a:r>
            <a:br/>
            <a:r>
              <a:t>• Hour T+0: Root certificate compromised; invalidates internal mTLS.</a:t>
            </a:r>
            <a:br/>
            <a:r>
              <a:t>• Hour T+6: Adversary injects rogue packets into OT-Gateway &amp; SCADA.</a:t>
            </a:r>
            <a:br/>
            <a:r>
              <a:t>• Hour T+12: Underground Ventilation Fans lose authentic control and halt.</a:t>
            </a:r>
            <a:br/>
            <a:r>
              <a:t>• Hour T+18: Toxic methane builds up; gas sensors report spoofed normal levels.</a:t>
            </a:r>
            <a:br/>
            <a:r>
              <a:t>• Hour T+24: Hoist motor control locks out; underground miners trapped.</a:t>
            </a:r>
            <a:br/>
            <a:br/>
            <a:r>
              <a:t>FINAL IMPACT METRICS:</a:t>
            </a:r>
            <a:br/>
            <a:r>
              <a:t>• Systems Down: 5 OF 6 CRITICAL SAFETY SYSTEMS FAILING</a:t>
            </a:r>
            <a:br/>
            <a:r>
              <a:t>• Production Uptime: 0% (TOTAL MINE SHUTDOWN)</a:t>
            </a:r>
            <a:br/>
            <a:r>
              <a:t>• Financial Loss: $150,000 / HOUR ($3,600,000 / DAY)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🟢 MINEGUARD PROTECTED (NIST PQC ROADMAP APPLIED)</a:t>
            </a:r>
          </a:p>
          <a:p>
            <a:br/>
            <a:pPr>
              <a:defRPr sz="1000">
                <a:solidFill>
                  <a:srgbClr val="9CA3AF"/>
                </a:solidFill>
              </a:defRPr>
            </a:pPr>
            <a:r>
              <a:t>SYSTEM STATUS: 100% OPERATIONAL INTEGRITY MAINTAINED</a:t>
            </a:r>
            <a:br/>
            <a:br/>
            <a:r>
              <a:t>• Defense Vector: Phase 1 replaces CA-Root with NIST FIPS 204 (ML-DSA-87).</a:t>
            </a:r>
            <a:br/>
            <a:r>
              <a:t>• Hour T+0: Quantum adversary attempts prime factorization; attack fails.</a:t>
            </a:r>
            <a:br/>
            <a:r>
              <a:t>• Hour T+6: Lattice-based digital signatures verify OT-Gateway commands.</a:t>
            </a:r>
            <a:br/>
            <a:r>
              <a:t>• Hour T+12: Hybrid TLS 1.3 (ML-KEM-768) encapsulates telemetry securely.</a:t>
            </a:r>
            <a:br/>
            <a:r>
              <a:t>• Hour T+18: Ventilation fans receive authentic speed &amp; air modulation.</a:t>
            </a:r>
            <a:br/>
            <a:r>
              <a:t>• Hour T+24: Continuous autonomous haulage &amp; hoist operations maintained.</a:t>
            </a:r>
            <a:br/>
            <a:br/>
            <a:r>
              <a:t>FINAL IMPACT METRICS:</a:t>
            </a:r>
            <a:br/>
            <a:r>
              <a:t>• Systems Down: 0 SYSTEMS DOWN (ZERO SYSTEMIC FAILURES)</a:t>
            </a:r>
            <a:br/>
            <a:r>
              <a:t>• Production Uptime: 100% CONTINUOUS SAFE PRODUCTION</a:t>
            </a:r>
            <a:br/>
            <a:r>
              <a:t>• Financial ROI: $210K INVESTMENT PREVENTS $3.6M/DAY DISASTER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PRACTICAL MITIGATION ROADMAP &amp; FINANCIAL METRICS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Migration Plan &amp; ROI: 14-Week Budget-Bounded Execution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How a $210,000 migration eliminates multi-million dollar physical catastrophe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1 (WEEKS 1–4): IMMEDIATE ROOT TRUST HARDENING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Scope: CA-Root (Internal Certificate Authority)</a:t>
            </a:r>
            <a:br/>
            <a:r>
              <a:t>Action: Deploy NIST FIPS 204 ML-DSA-87 Module-Lattice Digital Signatures</a:t>
            </a:r>
            <a:br/>
            <a:r>
              <a:t>Budget: $60,000 | Outage: 0 Days | Impact: Cuts 80% of upstream cascade blast radius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PHASE 2 (WEEKS 5–9): CRITICAL COMMUNICATION BRIDGES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Scope: OT-Gateway, SCADA Historian, and Central Authentication Service</a:t>
            </a:r>
            <a:br/>
            <a:r>
              <a:t>Action: Implement NIST FIPS 203 ML-KEM-768 Key Encapsulation in Hybrid TLS 1.3</a:t>
            </a:r>
            <a:br/>
            <a:r>
              <a:t>Budget: $75,000 | Outage: Zero Production Downtime | Impact: Secures all sensor &amp; telemetry feeds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PHASE 3 (WEEKS 10–14): HEAVY OPERATIONAL ASSETS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Scope: Underground Ventilation Controllers, Autonomous Haulage Trucks, Hoist Motors</a:t>
            </a:r>
            <a:br/>
            <a:r>
              <a:t>Action: Firmware updates with post-quantum signed package verification</a:t>
            </a:r>
            <a:br/>
            <a:r>
              <a:t>Budget: $75,000 | Outage: Scheduled Maintenance Only | Impact: 100% Mine site quantum immunity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338328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CA3AF"/>
                </a:solidFill>
              </a:defRPr>
            </a:pPr>
            <a:r>
              <a:t>DOWNTIME COST AVOIDED</a:t>
            </a:r>
          </a:p>
          <a:p>
            <a:pPr>
              <a:defRPr sz="1600" b="1">
                <a:solidFill>
                  <a:srgbClr val="EF4444"/>
                </a:solidFill>
              </a:defRPr>
            </a:pPr>
            <a:r>
              <a:t>$150,000 / HOUR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Average unplanned production outage cost for a Tier-1 mining 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120640"/>
            <a:ext cx="338328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52120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CA3AF"/>
                </a:solidFill>
              </a:defRPr>
            </a:pPr>
            <a:r>
              <a:t>TOTAL MIGRATION COST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$210,000 TOTAL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Complete 14-week mitigation for all 5 safety-critical core assets.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120640"/>
            <a:ext cx="338328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521208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CA3AF"/>
                </a:solidFill>
              </a:defRPr>
            </a:pPr>
            <a:r>
              <a:t>PAYBACK PERIOD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&lt; 1.4 HOURS OF DOWNTIME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Entire quantum roadmap pays for itself in under 90 minutes of avoided shutdown.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TECHNICAL RIGOR &amp; JUDGE WALKTHROUGH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Verification, NIST Standards &amp; Demonstration Script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Validated test suites, standardized post-quantum algorithms, and air-gapped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NIST POST-QUANTUM CRYPTOGRAPHY REPLACEMENT STANDARDS (FIPS RELEASED AUGUST 2024)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RSA-2048 / RSA-4096 (Shor broken) ➔ FIPS 203 ML-KEM-768 / ML-KEM-1024 (Module-Lattice Key Encapsulation)</a:t>
            </a:r>
            <a:br/>
            <a:r>
              <a:t>• ECDSA P-256 / P-384 (Shor broken) ➔ FIPS 204 ML-DSA-65 / ML-DSA-87 (Module-Lattice Digital Signatures)</a:t>
            </a:r>
            <a:br/>
            <a:r>
              <a:t>• MD5 / SHA-1 (Collision / Grover vulnerable) ➔ FIPS 205 SLH-DSA / SHA-3 (Stateless Hash-Based Signatures)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621792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30-SECOND JUDGE LIVE DEMONSTRATION SCRIPT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00–10s: Cryptographic Audit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Open page1.html. Click 'Run Scan'. 8 vulnerabilities flagged instantly across RSA, ECDSA, and MD5 with exact file paths and line numbers.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10–20s: Cascade Failure Simulation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Open page2.html. Drag Q-Day horizon slider to 2029. Watch BFS algorithm turn the mine topology red as 5 of 6 safety systems collapse in 24 hours.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• 20–30s: Risk Scoring &amp; Migration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Open page3.html. Show 95/100 risk score with CA-Root as Rank 1. Present the 14-week, $210K roadmap that guarantees zero mine shutdowns.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200400"/>
            <a:ext cx="42976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33756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TECHNICAL VERIFICATION STATUS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10 / 10 Automated Unit Tests Passing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Verified minimal suite covering scanner, BFS cascade, scoring, and planner execution in 0.41s.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101 / 101 Enterprise Test Suite Passing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Covers multi-backend scanner, CBOM ingestion, ML risk models, SHAP explainability, FAISS RAG, and ILP.</a:t>
            </a:r>
          </a:p>
          <a:p>
            <a:br/>
            <a:pPr>
              <a:defRPr sz="1050" b="1">
                <a:solidFill>
                  <a:srgbClr val="FFFFFF"/>
                </a:solidFill>
              </a:defRPr>
            </a:pPr>
            <a:r>
              <a:t>• Air-Gapped Offline Failover Guarantee</a:t>
            </a:r>
          </a:p>
          <a:p>
            <a:pPr>
              <a:defRPr sz="950">
                <a:solidFill>
                  <a:srgbClr val="9CA3AF"/>
                </a:solidFill>
              </a:defRPr>
            </a:pPr>
            <a:r>
              <a:t>Client-side api.js fallback ensures 100% interactive demo functionality without active internet or backend servers.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